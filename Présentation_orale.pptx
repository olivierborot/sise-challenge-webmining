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00"/>
    <a:srgbClr val="FFFFFF"/>
    <a:srgbClr val="F4F5F7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0A3D9A9-D394-8FAD-60F3-4992AA41BF2C}"/>
              </a:ext>
            </a:extLst>
          </p:cNvPr>
          <p:cNvCxnSpPr>
            <a:cxnSpLocks/>
          </p:cNvCxnSpPr>
          <p:nvPr/>
        </p:nvCxnSpPr>
        <p:spPr>
          <a:xfrm>
            <a:off x="447040" y="3140561"/>
            <a:ext cx="5130800" cy="0"/>
          </a:xfrm>
          <a:prstGeom prst="line">
            <a:avLst/>
          </a:prstGeom>
          <a:ln w="31750">
            <a:solidFill>
              <a:srgbClr val="FF9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83F6A650-52DF-A85A-46BD-E5C989305185}"/>
              </a:ext>
            </a:extLst>
          </p:cNvPr>
          <p:cNvSpPr txBox="1"/>
          <p:nvPr/>
        </p:nvSpPr>
        <p:spPr>
          <a:xfrm>
            <a:off x="0" y="1940232"/>
            <a:ext cx="73456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TITRE DE ZINZIN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76EB4F-7C2C-979D-672C-F9DEAB87C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34AD8277-0E2F-0E9A-A2F1-3BE83B055F33}"/>
              </a:ext>
            </a:extLst>
          </p:cNvPr>
          <p:cNvSpPr txBox="1"/>
          <p:nvPr/>
        </p:nvSpPr>
        <p:spPr>
          <a:xfrm>
            <a:off x="2738120" y="6392545"/>
            <a:ext cx="6715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Olivier BOROT – Marin NAGY – Léo-Paul </a:t>
            </a:r>
            <a:r>
              <a:rPr lang="fr-FR" dirty="0" err="1"/>
              <a:t>Knoepffler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68851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76CE-43EE-45FC-1924-AECDDD58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3CA6ED-465A-7FFB-1735-7D320921B154}"/>
              </a:ext>
            </a:extLst>
          </p:cNvPr>
          <p:cNvSpPr/>
          <p:nvPr/>
        </p:nvSpPr>
        <p:spPr>
          <a:xfrm>
            <a:off x="7486357" y="411982"/>
            <a:ext cx="4126523" cy="1778559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00C14E-2E65-D366-3CB4-D9EAA167D6F7}"/>
              </a:ext>
            </a:extLst>
          </p:cNvPr>
          <p:cNvSpPr/>
          <p:nvPr/>
        </p:nvSpPr>
        <p:spPr>
          <a:xfrm>
            <a:off x="2414954" y="3586556"/>
            <a:ext cx="4126523" cy="17785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EDE1B-D9E1-951E-B958-1B16B1B0B63A}"/>
              </a:ext>
            </a:extLst>
          </p:cNvPr>
          <p:cNvSpPr/>
          <p:nvPr/>
        </p:nvSpPr>
        <p:spPr>
          <a:xfrm>
            <a:off x="6998297" y="3744164"/>
            <a:ext cx="4126523" cy="177855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E3C93B-C392-1CDD-DF03-32F9B06FE85D}"/>
              </a:ext>
            </a:extLst>
          </p:cNvPr>
          <p:cNvSpPr/>
          <p:nvPr/>
        </p:nvSpPr>
        <p:spPr>
          <a:xfrm>
            <a:off x="725073" y="-167827"/>
            <a:ext cx="6589009" cy="2839907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3906BE-D43E-BF44-7C86-98A589D4D7B4}"/>
              </a:ext>
            </a:extLst>
          </p:cNvPr>
          <p:cNvSpPr/>
          <p:nvPr/>
        </p:nvSpPr>
        <p:spPr>
          <a:xfrm>
            <a:off x="2216834" y="320542"/>
            <a:ext cx="4126523" cy="17785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0085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158CB-32A2-6844-FCEA-CA2E7B158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536D175-14D7-2984-EFF7-4253C83EFCC7}"/>
              </a:ext>
            </a:extLst>
          </p:cNvPr>
          <p:cNvSpPr/>
          <p:nvPr/>
        </p:nvSpPr>
        <p:spPr>
          <a:xfrm>
            <a:off x="107801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A49689DA-96B8-5FA7-B3EF-DDC266950986}"/>
              </a:ext>
            </a:extLst>
          </p:cNvPr>
          <p:cNvSpPr/>
          <p:nvPr/>
        </p:nvSpPr>
        <p:spPr>
          <a:xfrm>
            <a:off x="4725452" y="134770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2312121-8090-A377-8A77-E41BAFEB5DA1}"/>
              </a:ext>
            </a:extLst>
          </p:cNvPr>
          <p:cNvSpPr/>
          <p:nvPr/>
        </p:nvSpPr>
        <p:spPr>
          <a:xfrm>
            <a:off x="837289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9189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F54C-B01D-CFCB-BB53-07DC3FE28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2C13F2-DC51-52B6-46B5-684D534CDAF6}"/>
              </a:ext>
            </a:extLst>
          </p:cNvPr>
          <p:cNvSpPr txBox="1"/>
          <p:nvPr/>
        </p:nvSpPr>
        <p:spPr>
          <a:xfrm>
            <a:off x="1117600" y="670560"/>
            <a:ext cx="86664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Présentation de l’idée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Amazon avec nos trucs à nous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Metrics</a:t>
            </a:r>
            <a:r>
              <a:rPr lang="fr-FR" dirty="0"/>
              <a:t> de la souris : comment on a fait ça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Input pour bot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Events pour le comportement</a:t>
            </a:r>
          </a:p>
          <a:p>
            <a:pPr marL="285750" indent="-285750">
              <a:buFontTx/>
              <a:buChar char="-"/>
            </a:pPr>
            <a:r>
              <a:rPr lang="fr-FR" dirty="0"/>
              <a:t>Pipeline des données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Modèles : Isolation Forest et ACP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DJSFJKDBSKKmeans</a:t>
            </a:r>
            <a:r>
              <a:rPr lang="fr-FR" dirty="0"/>
              <a:t> bizarre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95289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49</Words>
  <Application>Microsoft Office PowerPoint</Application>
  <PresentationFormat>Grand écran</PresentationFormat>
  <Paragraphs>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10</cp:revision>
  <dcterms:created xsi:type="dcterms:W3CDTF">2026-03-05T16:06:28Z</dcterms:created>
  <dcterms:modified xsi:type="dcterms:W3CDTF">2026-03-05T18:10:07Z</dcterms:modified>
</cp:coreProperties>
</file>