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A00"/>
    <a:srgbClr val="FFFFFF"/>
    <a:srgbClr val="F4F5F7"/>
    <a:srgbClr val="23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3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5BCDA2-460D-98DA-AB07-68FFBF437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5F949E-8B50-2EEE-8D06-D50042A92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79CD88-A013-9B8F-13AC-5A67FBC8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C6A847-C8DC-6B7B-6C30-70EEDC91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AFB346-8A60-10ED-A042-897EF6EB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668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B48413-2EF1-0BE9-1612-CB33E650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64FEB1-AF3A-5493-0A25-A42FB1E95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1965A9-BF63-8F42-F441-EFAD77A2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EA9884-6E46-1FCE-B082-FC94FB12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81A418-6C7B-C846-2116-D4E43506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99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D9FBE-2073-E12A-0672-D0CC32C1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1986B8-B3A7-B50B-C237-EA04DBB9A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80D63E-2DB6-863A-E3D4-B6AB82F7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00A273-68A2-EC2B-7B24-70D6EFC8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BA652A-1D0E-7E08-729D-A9667BA3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92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33A0B6-DEBA-47C0-32C2-49A0DBE1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C9522C-615B-C16B-8CED-03D4850BB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9C08E7-ADA6-A1BA-5E2A-9C05D9EDD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06046C-0F99-C4E2-B28C-E0F4F520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6829D3-253B-A8BB-F7F5-CF4811AA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4AB442-64CD-29B1-852B-85E12049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249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CF2110-8DC6-C912-8C91-D7B16207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38474C-941A-2374-FA18-B3F2959F6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B8191C-8816-CBDA-C0AC-95159CD53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5D5B5E-4F43-2FBE-2C97-6A7185239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C457F7-3610-CC71-336A-2F90DBDA8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F8BA50C-82A6-5D0D-F70E-07EA94CB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1AD88B8-BC2A-206F-F7D6-46FDFA6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300D655-8CD9-F17A-553E-4DB45FDE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098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85208-85EE-F438-E9A6-21DDE525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621E19-B84C-7EB3-5BD7-FC0474F61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89F803-E8AE-728C-857C-FA8D1B31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5A8451-7F58-705A-62E0-7FBD1D30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3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9AD874-5F4D-D1DE-E362-64EB80DF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E1DB9F2-F627-60B2-4FD0-AA279E01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AD72C6-5BB9-ADFA-09BB-A67BE393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80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95417-6DF0-49E4-EBA3-53D096750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EDD2C0-A41E-85ED-BF12-6E195D563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183719-FF91-25EC-8E04-259CA2FE4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13145D-0C40-2A34-856B-0031FAFF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4E96ED-BC3F-70D9-CADC-687239F1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2EA2F7-4640-C9B1-B8E7-9AB2715F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262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A28737-D156-748E-DF50-4E3B0409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7914BC7-2CD8-7959-AAE6-916408F56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6D553F-E998-C9AB-579F-7AB4EC1BF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D88F67-7FE1-2BA6-048A-3EA41752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B010D6-54AD-2D40-E5DE-8CA43BD4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2B256C-56A8-DA8A-3263-D51BC5C8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748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26ACB9-E784-BEC7-9115-46C7E57E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3467E2-0111-1F62-5331-1457B6C4F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F95AA-D0CF-EF41-06FC-74B1A9E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14FF9C-17AC-65A3-A849-905B8AF6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ABA5AC-8A15-7A6D-EB83-125D0138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11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C918F0-A18F-2CBD-39A8-08854CB3A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36608E-86E3-DBA5-4986-FABFFCD08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6A12D2-30F6-D1CA-885A-FE722C60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55BC72-A458-7E8B-2FAC-83079FD2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8B2896-98BE-8A95-2D96-78EC2547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313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DE5915A-7E53-6D5B-A264-E9E5C14E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39D93A-288F-81B0-02C8-5688CE9C5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8D80C3-C8ED-675A-3D8B-AD691E906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3E651-28F7-4EF3-91A3-801231684B6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83E117-15A3-166D-6035-78B11E70F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DCD061-7709-7A67-1A3F-B1B9B43D0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D5421-CEE8-49D2-BAE3-39C755FB2E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966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0A3D9A9-D394-8FAD-60F3-4992AA41BF2C}"/>
              </a:ext>
            </a:extLst>
          </p:cNvPr>
          <p:cNvCxnSpPr>
            <a:cxnSpLocks/>
          </p:cNvCxnSpPr>
          <p:nvPr/>
        </p:nvCxnSpPr>
        <p:spPr>
          <a:xfrm>
            <a:off x="2738120" y="1596946"/>
            <a:ext cx="6170070" cy="0"/>
          </a:xfrm>
          <a:prstGeom prst="line">
            <a:avLst/>
          </a:prstGeom>
          <a:ln w="31750">
            <a:solidFill>
              <a:srgbClr val="FF9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83F6A650-52DF-A85A-46BD-E5C989305185}"/>
              </a:ext>
            </a:extLst>
          </p:cNvPr>
          <p:cNvSpPr txBox="1"/>
          <p:nvPr/>
        </p:nvSpPr>
        <p:spPr>
          <a:xfrm>
            <a:off x="1425677" y="396617"/>
            <a:ext cx="9340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dirty="0">
                <a:latin typeface="Abadi" panose="020B0604020104020204" pitchFamily="34" charset="0"/>
              </a:rPr>
              <a:t>Challenge Web Mining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76EB4F-7C2C-979D-672C-F9DEAB87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34611"/>
            <a:ext cx="3215481" cy="172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4AD8277-0E2F-0E9A-A2F1-3BE83B055F33}"/>
              </a:ext>
            </a:extLst>
          </p:cNvPr>
          <p:cNvSpPr txBox="1"/>
          <p:nvPr/>
        </p:nvSpPr>
        <p:spPr>
          <a:xfrm>
            <a:off x="2738120" y="6392545"/>
            <a:ext cx="671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Olivier BOROT – Marin NAGY – Léo-Paul </a:t>
            </a:r>
            <a:r>
              <a:rPr lang="fr-FR" dirty="0" err="1"/>
              <a:t>Knoepffler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688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158CB-32A2-6844-FCEA-CA2E7B15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554FFE-D381-4503-F280-79225A351A02}"/>
              </a:ext>
            </a:extLst>
          </p:cNvPr>
          <p:cNvSpPr/>
          <p:nvPr/>
        </p:nvSpPr>
        <p:spPr>
          <a:xfrm>
            <a:off x="0" y="1"/>
            <a:ext cx="6794090" cy="685800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66412E1-CC1C-A442-9B30-2E3C18DFDE28}"/>
              </a:ext>
            </a:extLst>
          </p:cNvPr>
          <p:cNvSpPr txBox="1"/>
          <p:nvPr/>
        </p:nvSpPr>
        <p:spPr>
          <a:xfrm>
            <a:off x="761097" y="1808446"/>
            <a:ext cx="9340645" cy="1200329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7200" dirty="0">
                <a:latin typeface="Abadi" panose="020B0604020104020204" pitchFamily="34" charset="0"/>
              </a:rPr>
              <a:t>Challenge Web Mining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57DF6AB-E208-A704-AD45-D450ECB26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34611"/>
            <a:ext cx="3215481" cy="172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D1DA2CD-C8B5-E9C1-BA4A-BE165F26E6AA}"/>
              </a:ext>
            </a:extLst>
          </p:cNvPr>
          <p:cNvSpPr txBox="1"/>
          <p:nvPr/>
        </p:nvSpPr>
        <p:spPr>
          <a:xfrm>
            <a:off x="9259746" y="5534640"/>
            <a:ext cx="2673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Olivier BOROT</a:t>
            </a:r>
          </a:p>
          <a:p>
            <a:pPr algn="r"/>
            <a:r>
              <a:rPr lang="fr-FR" dirty="0"/>
              <a:t> Marin NAGY</a:t>
            </a:r>
          </a:p>
          <a:p>
            <a:pPr algn="r"/>
            <a:r>
              <a:rPr lang="fr-FR" dirty="0"/>
              <a:t>  Léo-Paul </a:t>
            </a:r>
            <a:r>
              <a:rPr lang="fr-FR" dirty="0" err="1"/>
              <a:t>Knoepffler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50BB30C-669B-CEC1-6F48-E0AA0B225A23}"/>
              </a:ext>
            </a:extLst>
          </p:cNvPr>
          <p:cNvSpPr txBox="1"/>
          <p:nvPr/>
        </p:nvSpPr>
        <p:spPr>
          <a:xfrm>
            <a:off x="8866208" y="5134611"/>
            <a:ext cx="3067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Master 2 SISE – Mars 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103A600-69B4-B252-640A-455117B85992}"/>
              </a:ext>
            </a:extLst>
          </p:cNvPr>
          <p:cNvSpPr txBox="1"/>
          <p:nvPr/>
        </p:nvSpPr>
        <p:spPr>
          <a:xfrm>
            <a:off x="761097" y="3333293"/>
            <a:ext cx="5972538" cy="830997"/>
          </a:xfrm>
          <a:prstGeom prst="rect">
            <a:avLst/>
          </a:prstGeom>
          <a:noFill/>
          <a:ln w="47625"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7200">
                <a:latin typeface="Abadi" panose="020B0604020104020204" pitchFamily="34" charset="0"/>
              </a:defRPr>
            </a:lvl1pPr>
          </a:lstStyle>
          <a:p>
            <a:r>
              <a:rPr lang="fr-FR" sz="2400" dirty="0"/>
              <a:t>Analyses des comportements via les mouvements de souris sur un site marchand</a:t>
            </a:r>
          </a:p>
        </p:txBody>
      </p:sp>
    </p:spTree>
    <p:extLst>
      <p:ext uri="{BB962C8B-B14F-4D97-AF65-F5344CB8AC3E}">
        <p14:creationId xmlns:p14="http://schemas.microsoft.com/office/powerpoint/2010/main" val="1029189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76CE-43EE-45FC-1924-AECDDD58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3CA6ED-465A-7FFB-1735-7D320921B154}"/>
              </a:ext>
            </a:extLst>
          </p:cNvPr>
          <p:cNvSpPr/>
          <p:nvPr/>
        </p:nvSpPr>
        <p:spPr>
          <a:xfrm>
            <a:off x="7486357" y="411982"/>
            <a:ext cx="4126523" cy="177855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0C14E-2E65-D366-3CB4-D9EAA167D6F7}"/>
              </a:ext>
            </a:extLst>
          </p:cNvPr>
          <p:cNvSpPr/>
          <p:nvPr/>
        </p:nvSpPr>
        <p:spPr>
          <a:xfrm>
            <a:off x="2414954" y="3586556"/>
            <a:ext cx="4126523" cy="17785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4EDE1B-D9E1-951E-B958-1B16B1B0B63A}"/>
              </a:ext>
            </a:extLst>
          </p:cNvPr>
          <p:cNvSpPr/>
          <p:nvPr/>
        </p:nvSpPr>
        <p:spPr>
          <a:xfrm>
            <a:off x="6998297" y="3744164"/>
            <a:ext cx="4126523" cy="1778559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E3C93B-C392-1CDD-DF03-32F9B06FE85D}"/>
              </a:ext>
            </a:extLst>
          </p:cNvPr>
          <p:cNvSpPr/>
          <p:nvPr/>
        </p:nvSpPr>
        <p:spPr>
          <a:xfrm>
            <a:off x="725073" y="-167827"/>
            <a:ext cx="6589009" cy="2839907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906BE-D43E-BF44-7C86-98A589D4D7B4}"/>
              </a:ext>
            </a:extLst>
          </p:cNvPr>
          <p:cNvSpPr/>
          <p:nvPr/>
        </p:nvSpPr>
        <p:spPr>
          <a:xfrm>
            <a:off x="2216834" y="320542"/>
            <a:ext cx="4126523" cy="17785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008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28139-9B9D-86BC-FC95-C06D75DA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8625B52-06A9-54B4-8402-6181BFF23C40}"/>
              </a:ext>
            </a:extLst>
          </p:cNvPr>
          <p:cNvSpPr/>
          <p:nvPr/>
        </p:nvSpPr>
        <p:spPr>
          <a:xfrm>
            <a:off x="1078012" y="1342624"/>
            <a:ext cx="2909297" cy="3828816"/>
          </a:xfrm>
          <a:prstGeom prst="roundRect">
            <a:avLst>
              <a:gd name="adj" fmla="val 5706"/>
            </a:avLst>
          </a:prstGeom>
          <a:solidFill>
            <a:srgbClr val="FFFFFF"/>
          </a:solidFill>
          <a:ln>
            <a:noFill/>
          </a:ln>
          <a:effectLst>
            <a:outerShdw blurRad="50800" dist="114300" dir="8340000" sx="95000" sy="95000" algn="ctr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2091C76-A6AA-6226-D37F-EE8389E0BDB2}"/>
              </a:ext>
            </a:extLst>
          </p:cNvPr>
          <p:cNvSpPr/>
          <p:nvPr/>
        </p:nvSpPr>
        <p:spPr>
          <a:xfrm>
            <a:off x="4725452" y="1347704"/>
            <a:ext cx="2909297" cy="3828816"/>
          </a:xfrm>
          <a:prstGeom prst="roundRect">
            <a:avLst>
              <a:gd name="adj" fmla="val 5706"/>
            </a:avLst>
          </a:prstGeom>
          <a:solidFill>
            <a:srgbClr val="FFFFFF"/>
          </a:solidFill>
          <a:ln>
            <a:noFill/>
          </a:ln>
          <a:effectLst>
            <a:outerShdw blurRad="50800" dist="114300" dir="8340000" sx="95000" sy="95000" algn="ctr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EA96F91-D910-CD97-F829-1CF2923E2EB1}"/>
              </a:ext>
            </a:extLst>
          </p:cNvPr>
          <p:cNvSpPr/>
          <p:nvPr/>
        </p:nvSpPr>
        <p:spPr>
          <a:xfrm>
            <a:off x="8372892" y="1342624"/>
            <a:ext cx="2909297" cy="3828816"/>
          </a:xfrm>
          <a:prstGeom prst="roundRect">
            <a:avLst>
              <a:gd name="adj" fmla="val 5706"/>
            </a:avLst>
          </a:prstGeom>
          <a:solidFill>
            <a:srgbClr val="FFFFFF"/>
          </a:solidFill>
          <a:ln>
            <a:noFill/>
          </a:ln>
          <a:effectLst>
            <a:outerShdw blurRad="50800" dist="114300" dir="8340000" sx="95000" sy="95000" algn="ctr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0591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F54C-B01D-CFCB-BB53-07DC3FE2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52C13F2-DC51-52B6-46B5-684D534CDAF6}"/>
              </a:ext>
            </a:extLst>
          </p:cNvPr>
          <p:cNvSpPr txBox="1"/>
          <p:nvPr/>
        </p:nvSpPr>
        <p:spPr>
          <a:xfrm>
            <a:off x="1117600" y="670560"/>
            <a:ext cx="8666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Présentation de l’idée</a:t>
            </a:r>
          </a:p>
          <a:p>
            <a:pPr marL="285750" indent="-285750">
              <a:buFontTx/>
              <a:buChar char="-"/>
            </a:pPr>
            <a:r>
              <a:rPr lang="fr-FR" dirty="0"/>
              <a:t>Amazon avec nos trucs à nous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Metrics</a:t>
            </a:r>
            <a:r>
              <a:rPr lang="fr-FR" dirty="0"/>
              <a:t> de la souris : comment on a fait ça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Input pour bot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Events pour le comportement</a:t>
            </a:r>
          </a:p>
          <a:p>
            <a:pPr marL="285750" indent="-285750">
              <a:buFontTx/>
              <a:buChar char="-"/>
            </a:pPr>
            <a:r>
              <a:rPr lang="fr-FR" dirty="0"/>
              <a:t>Pipeline des données</a:t>
            </a:r>
          </a:p>
          <a:p>
            <a:pPr marL="285750" indent="-285750">
              <a:buFontTx/>
              <a:buChar char="-"/>
            </a:pPr>
            <a:r>
              <a:rPr lang="fr-FR" dirty="0"/>
              <a:t>Modèles : Isolation Forest et ACP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DJSFJKDBSKKmeans</a:t>
            </a:r>
            <a:r>
              <a:rPr lang="fr-FR" dirty="0"/>
              <a:t> bizarre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9528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78</Words>
  <Application>Microsoft Office PowerPoint</Application>
  <PresentationFormat>Grand écran</PresentationFormat>
  <Paragraphs>15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Abadi</vt:lpstr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Borot Olivier</dc:creator>
  <cp:lastModifiedBy>Borot Olivier</cp:lastModifiedBy>
  <cp:revision>12</cp:revision>
  <dcterms:created xsi:type="dcterms:W3CDTF">2026-03-05T16:06:28Z</dcterms:created>
  <dcterms:modified xsi:type="dcterms:W3CDTF">2026-03-06T02:53:20Z</dcterms:modified>
</cp:coreProperties>
</file>